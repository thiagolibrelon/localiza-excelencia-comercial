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2004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500">
                <a:solidFill>
                  <a:srgbClr val="1A1A1A"/>
                </a:solidFill>
                <a:latin typeface="Segoe UI"/>
              </a:rPr>
              <a:t>ALETHEIA</a:t>
            </a:r>
          </a:p>
          <a:p>
            <a:pPr algn="r"/>
            <a:r>
              <a:rPr b="1" sz="1500">
                <a:solidFill>
                  <a:srgbClr val="2A78D6"/>
                </a:solidFill>
                <a:latin typeface="Segoe UI"/>
              </a:rPr>
              <a:t>RAC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b="1" sz="1350">
                <a:solidFill>
                  <a:srgbClr val="1A1A1A"/>
                </a:solidFill>
                <a:latin typeface="Segoe UI"/>
              </a:rPr>
              <a:t>Desfecho das ligações: </a:t>
            </a:r>
            <a:r>
              <a:rPr b="0" sz="1350">
                <a:solidFill>
                  <a:srgbClr val="444444"/>
                </a:solidFill>
                <a:latin typeface="Segoe UI"/>
              </a:rPr>
              <a:t>das 1.275 ligações analisadas em junho, 56,7% não eram venda (suporte, senha, biometria — como a renovação do cliente 25966050, fechada só com o envio de um link, score comercial 0), 35,8% interessaram mas não fecharam, e apenas 7,0% terminaram em contrato fechado. Antes de julgar comportamento comercial, o esforço precisa ser medido sobre a base certa.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9525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8A8A8A"/>
                </a:solidFill>
                <a:latin typeface="Segoe UI"/>
              </a:rPr>
              <a:t>DESFECHO — 1.275 LIGAÇÕES (JUN/2026)</a:t>
            </a:r>
          </a:p>
        </p:txBody>
      </p:sp>
      <p:pic>
        <p:nvPicPr>
          <p:cNvPr id="6" name="Picture 5" descr="h5_fun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2057400"/>
            <a:ext cx="8778240" cy="38069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Segoe UI"/>
              </a:rPr>
              <a:t>Aletheia RAC · Inteligência Comercial Frota PJ · base auditada de 1.275 ligações (jun/2026) · RMR 13/07/2026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2004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500">
                <a:solidFill>
                  <a:srgbClr val="1A1A1A"/>
                </a:solidFill>
                <a:latin typeface="Segoe UI"/>
              </a:rPr>
              <a:t>ALETHEIA</a:t>
            </a:r>
          </a:p>
          <a:p>
            <a:pPr algn="r"/>
            <a:r>
              <a:rPr b="1" sz="1500">
                <a:solidFill>
                  <a:srgbClr val="2A78D6"/>
                </a:solidFill>
                <a:latin typeface="Segoe UI"/>
              </a:rPr>
              <a:t>RAC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b="1" sz="1350">
                <a:solidFill>
                  <a:srgbClr val="1A1A1A"/>
                </a:solidFill>
                <a:latin typeface="Segoe UI"/>
              </a:rPr>
              <a:t>Padrão de fechamento: </a:t>
            </a:r>
            <a:r>
              <a:rPr b="0" sz="1350">
                <a:solidFill>
                  <a:srgbClr val="444444"/>
                </a:solidFill>
                <a:latin typeface="Segoe UI"/>
              </a:rPr>
              <a:t>FC3 (“qualquer coisa me chama”, sem data) aparece em 44,8% das ligações — quase o dobro de FC1 (compromisso duplo, prazo dos dois lados), presente em 31,9%. No cliente 26468784, essa lacuna deixou R$ 24.000/ano em jogo sem follow-up estruturado, decisão 100% do cliente.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9525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8A8A8A"/>
                </a:solidFill>
                <a:latin typeface="Segoe UI"/>
              </a:rPr>
              <a:t>TIPO DE FECHAMENTO — % DAS LIGAÇÕES</a:t>
            </a:r>
          </a:p>
        </p:txBody>
      </p:sp>
      <p:pic>
        <p:nvPicPr>
          <p:cNvPr id="6" name="Picture 5" descr="h2_fech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2103120"/>
            <a:ext cx="8412480" cy="36073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Segoe UI"/>
              </a:rPr>
              <a:t>Aletheia RAC · Inteligência Comercial Frota PJ · base auditada de 1.275 ligações (jun/2026) · RMR 13/07/2026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2004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500">
                <a:solidFill>
                  <a:srgbClr val="1A1A1A"/>
                </a:solidFill>
                <a:latin typeface="Segoe UI"/>
              </a:rPr>
              <a:t>ALETHEIA</a:t>
            </a:r>
          </a:p>
          <a:p>
            <a:pPr algn="r"/>
            <a:r>
              <a:rPr b="1" sz="1500">
                <a:solidFill>
                  <a:srgbClr val="2A78D6"/>
                </a:solidFill>
                <a:latin typeface="Segoe UI"/>
              </a:rPr>
              <a:t>RAC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b="1" sz="1350">
                <a:solidFill>
                  <a:srgbClr val="1A1A1A"/>
                </a:solidFill>
                <a:latin typeface="Segoe UI"/>
              </a:rPr>
              <a:t>O que realmente multiplica o fechamento: </a:t>
            </a:r>
            <a:r>
              <a:rPr b="0" sz="1350">
                <a:solidFill>
                  <a:srgbClr val="444444"/>
                </a:solidFill>
                <a:latin typeface="Segoe UI"/>
              </a:rPr>
              <a:t>abertura contextualizada sozinha fecha 3,9% (n=483) — praticamente a taxa base do time. Combinada com Challenger forte (revelar dado do concorrente, ex.: taxa de operação 12% vs. 20%) e upsell conectado à dor do cliente, a taxa sobe para 28,6% (n=28): não é um comportamento isolado, é a combinação que multiplica por 4x.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9525">
            <a:solidFill>
              <a:srgbClr val="E4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8A8A8A"/>
                </a:solidFill>
                <a:latin typeface="Segoe UI"/>
              </a:rPr>
              <a:t>TAXA DE FECHAMENTO POR COMBINAÇÃO DE COMPORTAMENTO</a:t>
            </a:r>
          </a:p>
        </p:txBody>
      </p:sp>
      <p:pic>
        <p:nvPicPr>
          <p:cNvPr id="6" name="Picture 5" descr="h10_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699" y="2057400"/>
            <a:ext cx="8330295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Segoe UI"/>
              </a:rPr>
              <a:t>Aletheia RAC · Inteligência Comercial Frota PJ · base auditada de 1.275 ligações (jun/2026) · RMR 13/07/2026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